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6200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1937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6090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818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260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3450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3015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203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032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6854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102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1308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6737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74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4714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1231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1462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A902D-E786-4E74-A7A3-DD3175F425BB}" type="datetimeFigureOut">
              <a:rPr lang="pt-BR" smtClean="0"/>
              <a:t>18/12/2021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BBC6B-B227-4BDA-ADE8-983E0B3902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53151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6728A-02E0-4FCA-B6CD-BD5471AD9A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Open Sans Hebrew"/>
              </a:rPr>
              <a:t>Apresentação dos 3 </a:t>
            </a:r>
            <a:r>
              <a:rPr lang="pt-BR" b="1" i="0" dirty="0" err="1">
                <a:effectLst/>
                <a:latin typeface="Open Sans Hebrew"/>
              </a:rPr>
              <a:t>protótipOS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B82991-B4EF-4BA7-9422-AE1E83A14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9270" y="4439478"/>
            <a:ext cx="5494644" cy="781880"/>
          </a:xfrm>
        </p:spPr>
        <p:txBody>
          <a:bodyPr/>
          <a:lstStyle/>
          <a:p>
            <a:r>
              <a:rPr lang="pt-BR" dirty="0"/>
              <a:t>ENCONTRO REMOTO 2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4B8D4FD4-6575-403B-AF02-C41B5CB3C5A8}"/>
              </a:ext>
            </a:extLst>
          </p:cNvPr>
          <p:cNvSpPr txBox="1">
            <a:spLocks/>
          </p:cNvSpPr>
          <p:nvPr/>
        </p:nvSpPr>
        <p:spPr>
          <a:xfrm>
            <a:off x="3231914" y="5735637"/>
            <a:ext cx="5494644" cy="781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/>
              <a:t>Sheyenne de Morais Carvalho</a:t>
            </a:r>
          </a:p>
        </p:txBody>
      </p:sp>
    </p:spTree>
    <p:extLst>
      <p:ext uri="{BB962C8B-B14F-4D97-AF65-F5344CB8AC3E}">
        <p14:creationId xmlns:p14="http://schemas.microsoft.com/office/powerpoint/2010/main" val="1101014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3617FC-AE9B-4356-8941-935783F6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861391"/>
          </a:xfrm>
        </p:spPr>
        <p:txBody>
          <a:bodyPr>
            <a:normAutofit fontScale="90000"/>
          </a:bodyPr>
          <a:lstStyle/>
          <a:p>
            <a:r>
              <a:rPr lang="pt-BR" sz="2700" dirty="0"/>
              <a:t>Justificar por que o layout atende às necessidades especificadas pela cliente no </a:t>
            </a:r>
            <a:r>
              <a:rPr lang="pt-BR" sz="2700" dirty="0" err="1"/>
              <a:t>briefinG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9E0342-1C6D-400F-A9EE-B6E7858F2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3960179"/>
          </a:xfrm>
        </p:spPr>
        <p:txBody>
          <a:bodyPr>
            <a:normAutofit fontScale="92500" lnSpcReduction="20000"/>
          </a:bodyPr>
          <a:lstStyle/>
          <a:p>
            <a:endParaRPr lang="pt-BR" dirty="0"/>
          </a:p>
          <a:p>
            <a:r>
              <a:rPr lang="pt-BR" sz="2200" dirty="0"/>
              <a:t>Porque garante a qualidade e usabilidade do site, as cores branco (para texto) e azul/preto (background), estão entre as citadas preservando a identidade da marca, impactando a comunicação entre o cliente e a empresa.</a:t>
            </a:r>
          </a:p>
          <a:p>
            <a:endParaRPr lang="pt-BR" sz="2200" dirty="0"/>
          </a:p>
          <a:p>
            <a:r>
              <a:rPr lang="pt-BR" sz="2200" dirty="0"/>
              <a:t>O layout foi totalmente direcionado para o público-alvo, para favorecer a melhor experiência, acredito que as necessidades, objetivos e requisitos foram atendidos.</a:t>
            </a:r>
          </a:p>
          <a:p>
            <a:endParaRPr lang="pt-BR" sz="2200" dirty="0"/>
          </a:p>
          <a:p>
            <a:r>
              <a:rPr lang="pt-BR" sz="2200" dirty="0"/>
              <a:t>Visto que, os componentes de layout e organização das informações são responsivos interligando estratégias para atrair o usuário.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3300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C9ED38-CA85-457C-BFD7-25CC9C577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Justificar a aplicação dos princípios de UX, UI e Design Interativo: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C94455-915F-456A-A5DE-EE8408F82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Design Interativo: composto por cores agradáveis que não causam emoções negativas no usuário;</a:t>
            </a:r>
          </a:p>
          <a:p>
            <a:r>
              <a:rPr lang="pt-BR" dirty="0"/>
              <a:t>Facilidade de usabilidade com interação fluida;</a:t>
            </a:r>
          </a:p>
          <a:p>
            <a:r>
              <a:rPr lang="pt-BR" dirty="0"/>
              <a:t>Funcionalidade atendida com comunicação objetiva sem gírias e divulgação da logo;</a:t>
            </a:r>
          </a:p>
          <a:p>
            <a:r>
              <a:rPr lang="pt-BR" dirty="0"/>
              <a:t>Legibilidade intuitiva, linguagem de fácil entendimento, com textos compreensíveis; </a:t>
            </a:r>
          </a:p>
          <a:p>
            <a:r>
              <a:rPr lang="pt-BR" dirty="0"/>
              <a:t>Intuitividade alta, proporcionando entendimento sobre ações disponíveis para o usuário interagir com a interface gráfica;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0755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B60CF0-9D5B-49E7-B762-6BA01163C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383" y="834887"/>
            <a:ext cx="10459174" cy="4956313"/>
          </a:xfrm>
        </p:spPr>
        <p:txBody>
          <a:bodyPr>
            <a:normAutofit/>
          </a:bodyPr>
          <a:lstStyle/>
          <a:p>
            <a:r>
              <a:rPr lang="pt-BR" dirty="0"/>
              <a:t>Minimalismo: site simples, esteticamente agradável favorecendo usabilidade para o usuário, altamente responsivo sem informações confusas, links quebrados, imagens com resolução ruins;</a:t>
            </a:r>
          </a:p>
          <a:p>
            <a:endParaRPr lang="pt-BR" dirty="0"/>
          </a:p>
          <a:p>
            <a:r>
              <a:rPr lang="pt-BR" dirty="0"/>
              <a:t>Cores claras atendendo ao pedido da cliente;</a:t>
            </a:r>
          </a:p>
          <a:p>
            <a:endParaRPr lang="pt-BR" dirty="0"/>
          </a:p>
          <a:p>
            <a:r>
              <a:rPr lang="pt-BR" dirty="0" err="1"/>
              <a:t>Friendly</a:t>
            </a:r>
            <a:r>
              <a:rPr lang="pt-BR" dirty="0"/>
              <a:t>: carregamento mais rápido e adequado ao dispositivo;</a:t>
            </a:r>
          </a:p>
          <a:p>
            <a:endParaRPr lang="pt-BR" dirty="0"/>
          </a:p>
          <a:p>
            <a:r>
              <a:rPr lang="pt-BR" dirty="0"/>
              <a:t>Técnicas de leitura: flui de maneira tranquila e você tem todas as informações que precisa do produto na mesma página, as letras são de um tamanho bom e tudo é bem explicativo.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0988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C71FC-C43B-45C1-AA29-D034A3CDE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318052"/>
            <a:ext cx="10353761" cy="1326321"/>
          </a:xfrm>
        </p:spPr>
        <p:txBody>
          <a:bodyPr>
            <a:normAutofit/>
          </a:bodyPr>
          <a:lstStyle/>
          <a:p>
            <a:br>
              <a:rPr lang="pt-BR" dirty="0"/>
            </a:br>
            <a:r>
              <a:rPr lang="pt-BR" sz="2700" dirty="0"/>
              <a:t>Por quê o site apresenta usabilidade, é funcional e intuitivo?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A32C37-9F8F-44A7-8866-D3BD690B5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3999936"/>
          </a:xfrm>
        </p:spPr>
        <p:txBody>
          <a:bodyPr>
            <a:noAutofit/>
          </a:bodyPr>
          <a:lstStyle/>
          <a:p>
            <a:r>
              <a:rPr lang="pt-BR" dirty="0">
                <a:effectLst/>
                <a:latin typeface="Rockwell" panose="02060603020205020403" pitchFamily="18" charset="0"/>
              </a:rPr>
              <a:t>Usabilidade intuitiva, com menu, imagens, destaques e informações que auxiliam o usuário em todas necessidades, possui boa estratégia de organização da página para não ocasionar lentidão no carregamento.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dirty="0">
                <a:effectLst/>
                <a:latin typeface="Rockwell" panose="02060603020205020403" pitchFamily="18" charset="0"/>
                <a:ea typeface="Times New Roman" panose="02020603050405020304" pitchFamily="18" charset="0"/>
              </a:rPr>
              <a:t>A página inicial apresenta uma hierarquia visual limpa e está livre de desordem, reduzindo o atrito entre o visitante com a chamada de ação simples e direta com os destaques no começo.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dirty="0">
                <a:effectLst/>
                <a:latin typeface="Rockwell" panose="02060603020205020403" pitchFamily="18" charset="0"/>
                <a:ea typeface="Times New Roman" panose="02020603050405020304" pitchFamily="18" charset="0"/>
              </a:rPr>
              <a:t>O fornecimento das opções de interações enfatiza sua flexibilidade, o mínimo de informação foi utilizada para comunicar ofertas e recursos, para combater obstáculos e influenciar compradores hesitantes.</a:t>
            </a:r>
          </a:p>
        </p:txBody>
      </p:sp>
    </p:spTree>
    <p:extLst>
      <p:ext uri="{BB962C8B-B14F-4D97-AF65-F5344CB8AC3E}">
        <p14:creationId xmlns:p14="http://schemas.microsoft.com/office/powerpoint/2010/main" val="604236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2436AA-96EE-47E9-A5CA-C87F1D324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887" y="569843"/>
            <a:ext cx="10432670" cy="5645427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ckwell" panose="02060603020205020403" pitchFamily="18" charset="0"/>
                <a:ea typeface="Times New Roman" panose="02020603050405020304" pitchFamily="18" charset="0"/>
              </a:rPr>
              <a:t>A partir daí inicia-se um dos benefícios - as recomendações personalizadas</a:t>
            </a:r>
            <a:r>
              <a:rPr lang="pt-BR" sz="1600" dirty="0">
                <a:effectLst/>
                <a:latin typeface="Rockwell" panose="02060603020205020403" pitchFamily="18" charset="0"/>
                <a:ea typeface="Times New Roman" panose="02020603050405020304" pitchFamily="18" charset="0"/>
              </a:rPr>
              <a:t>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pt-BR" sz="1600" dirty="0">
              <a:effectLst/>
              <a:latin typeface="Rockwell" panose="02060603020205020403" pitchFamily="18" charset="0"/>
              <a:ea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pt-BR" sz="17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Algoritmo baseado em sugestões para cada usuário, sintonizado com suas preferências;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pt-BR" sz="17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À medida em que você vai avaliando se gostou ou não, o site fica mais “inteligente” e começa a fazer sugestões que têm mais probabilidade de te agradar, usando seus dados para criar um UX mais pessoal;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pt-BR" sz="17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Navegação e simplicidade da interface com a capacidade de filtrar as opções de exibição refinando a experiência;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pt-BR" sz="17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Integração indolor (interface livre de distrações e fácil de seguir);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pt-BR" sz="1700" dirty="0"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Recursos com toque agradável;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pt-BR" sz="1700" dirty="0">
                <a:effectLst/>
                <a:latin typeface="Rockwell" panose="02060603020205020403" pitchFamily="18" charset="0"/>
                <a:ea typeface="Times New Roman" panose="02020603050405020304" pitchFamily="18" charset="0"/>
              </a:rPr>
              <a:t>O CTA principal é pressionando “</a:t>
            </a:r>
            <a:r>
              <a:rPr lang="pt-BR" sz="1700" dirty="0" err="1">
                <a:effectLst/>
                <a:latin typeface="Rockwell" panose="02060603020205020403" pitchFamily="18" charset="0"/>
                <a:ea typeface="Times New Roman" panose="02020603050405020304" pitchFamily="18" charset="0"/>
              </a:rPr>
              <a:t>Sign</a:t>
            </a:r>
            <a:r>
              <a:rPr lang="pt-BR" sz="1700" dirty="0">
                <a:effectLst/>
                <a:latin typeface="Rockwell" panose="02060603020205020403" pitchFamily="18" charset="0"/>
                <a:ea typeface="Times New Roman" panose="02020603050405020304" pitchFamily="18" charset="0"/>
              </a:rPr>
              <a:t> </a:t>
            </a:r>
            <a:r>
              <a:rPr lang="pt-BR" sz="1700" dirty="0" err="1">
                <a:effectLst/>
                <a:latin typeface="Rockwell" panose="02060603020205020403" pitchFamily="18" charset="0"/>
                <a:ea typeface="Times New Roman" panose="02020603050405020304" pitchFamily="18" charset="0"/>
              </a:rPr>
              <a:t>up</a:t>
            </a:r>
            <a:r>
              <a:rPr lang="pt-BR" sz="1700" dirty="0">
                <a:effectLst/>
                <a:latin typeface="Rockwell" panose="02060603020205020403" pitchFamily="18" charset="0"/>
                <a:ea typeface="Times New Roman" panose="02020603050405020304" pitchFamily="18" charset="0"/>
              </a:rPr>
              <a:t>” para interagir com a plataforma imediatamente. Processo de integração perfeito em todos os dispositivos. Após o registro, o usuário será levado a uma tela inicial. Podendo adicionar um perfil para personalização e restrições, que fica salvo para atender com rapidez as necessidades que o site proporciona para a melhor experiência </a:t>
            </a:r>
            <a:r>
              <a:rPr lang="pt-BR" sz="1700">
                <a:effectLst/>
                <a:latin typeface="Rockwell" panose="02060603020205020403" pitchFamily="18" charset="0"/>
                <a:ea typeface="Times New Roman" panose="02020603050405020304" pitchFamily="18" charset="0"/>
              </a:rPr>
              <a:t>do usuário.</a:t>
            </a:r>
            <a:endParaRPr lang="pt-BR" sz="1700" dirty="0">
              <a:effectLst/>
              <a:latin typeface="Rockwell" panose="02060603020205020403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251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59DAA-705B-4EC3-94F5-85F2154DF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pt-BR" dirty="0"/>
            </a:br>
            <a:r>
              <a:rPr lang="pt-BR" sz="2700" dirty="0"/>
              <a:t>Expor as principais dificuldades encontradas no desenvolvimento dos 3 tipos de layout – desktop, tablet e smartphone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A32754-247D-4095-B9EC-543E4DDF8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796208"/>
            <a:ext cx="10353762" cy="2994991"/>
          </a:xfrm>
        </p:spPr>
        <p:txBody>
          <a:bodyPr/>
          <a:lstStyle/>
          <a:p>
            <a:r>
              <a:rPr lang="pt-BR" dirty="0"/>
              <a:t>Desktop: criatividade e ajuste de cores;</a:t>
            </a:r>
          </a:p>
          <a:p>
            <a:r>
              <a:rPr lang="pt-BR" dirty="0"/>
              <a:t>Mobile: ajuste de informações;</a:t>
            </a:r>
          </a:p>
          <a:p>
            <a:r>
              <a:rPr lang="pt-BR" dirty="0"/>
              <a:t>Tablet: quase nada de dificuldade, foi </a:t>
            </a:r>
            <a:r>
              <a:rPr lang="pt-BR"/>
              <a:t>o mais </a:t>
            </a:r>
            <a:r>
              <a:rPr lang="pt-BR" dirty="0"/>
              <a:t>fácil por ser </a:t>
            </a:r>
            <a:r>
              <a:rPr lang="pt-BR"/>
              <a:t>o último.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9316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148</TotalTime>
  <Words>598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Bookman Old Style</vt:lpstr>
      <vt:lpstr>Open Sans Hebrew</vt:lpstr>
      <vt:lpstr>Rockwell</vt:lpstr>
      <vt:lpstr>Wingdings</vt:lpstr>
      <vt:lpstr>Damask</vt:lpstr>
      <vt:lpstr>Apresentação dos 3 protótipOS</vt:lpstr>
      <vt:lpstr>Justificar por que o layout atende às necessidades especificadas pela cliente no briefinG </vt:lpstr>
      <vt:lpstr>Justificar a aplicação dos princípios de UX, UI e Design Interativo:</vt:lpstr>
      <vt:lpstr>Apresentação do PowerPoint</vt:lpstr>
      <vt:lpstr> Por quê o site apresenta usabilidade, é funcional e intuitivo?</vt:lpstr>
      <vt:lpstr>Apresentação do PowerPoint</vt:lpstr>
      <vt:lpstr> Expor as principais dificuldades encontradas no desenvolvimento dos 3 tipos de layout – desktop, tablet e smartphone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dos 3 protótipOS</dc:title>
  <dc:creator>Sheyenne Carvalho</dc:creator>
  <cp:lastModifiedBy>Sheyenne Carvalho</cp:lastModifiedBy>
  <cp:revision>12</cp:revision>
  <dcterms:created xsi:type="dcterms:W3CDTF">2021-12-18T21:17:11Z</dcterms:created>
  <dcterms:modified xsi:type="dcterms:W3CDTF">2021-12-18T23:47:02Z</dcterms:modified>
</cp:coreProperties>
</file>